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6" r:id="rId3"/>
    <p:sldId id="259" r:id="rId4"/>
  </p:sldIdLst>
  <p:sldSz cx="5143500" cy="9144000" type="screen16x9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7" autoAdjust="0"/>
    <p:restoredTop sz="94660"/>
  </p:normalViewPr>
  <p:slideViewPr>
    <p:cSldViewPr snapToGrid="0">
      <p:cViewPr varScale="1">
        <p:scale>
          <a:sx n="49" d="100"/>
          <a:sy n="49" d="100"/>
        </p:scale>
        <p:origin x="185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438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46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616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452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6"/>
            <a:ext cx="4436269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75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631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393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9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64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9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296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067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1248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5578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1772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477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5706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6"/>
            <a:ext cx="4436269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2770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9741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56838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9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0230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9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8618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812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396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894CB-B293-49AA-AF31-C7D3CC5AAFDB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E909A-1A89-413A-B579-31EB917775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54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ADEF6-CF48-4CE8-B4C0-335201AEF4E1}" type="datetimeFigureOut">
              <a:rPr lang="es-AR" smtClean="0"/>
              <a:t>17/3/2026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54EA6-A1AB-431E-A2F1-1A692BE87F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462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9EDBF-B675-800D-03A6-E8456F9192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3D732-2CD9-2C5C-1584-3E1867F9C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102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BE1F-AA96-CAA9-FDCC-42F55275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B941735-053B-C632-4340-3E19720B3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62" y="4378634"/>
            <a:ext cx="4220776" cy="34182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4000"/>
              </a:srgbClr>
            </a:outerShdw>
            <a:reflection stA="46000" endPos="65000" dist="50800" dir="5400000" sy="-100000" algn="bl" rotWithShape="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9BFA04-DD8D-25B0-AC7B-4B327963C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62" y="976233"/>
            <a:ext cx="4220776" cy="34182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4000"/>
              </a:srgbClr>
            </a:outerShdw>
            <a:reflection stA="46000" endPos="65000" dist="50800" dir="5400000" sy="-100000" algn="bl" rotWithShape="0"/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EAABE00-6D4A-3EE7-1A4D-96460D73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82" y="2691976"/>
            <a:ext cx="2092588" cy="313888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CE3A2FA-404A-0768-346F-A35802BD55AC}"/>
              </a:ext>
            </a:extLst>
          </p:cNvPr>
          <p:cNvSpPr/>
          <p:nvPr/>
        </p:nvSpPr>
        <p:spPr>
          <a:xfrm>
            <a:off x="1506739" y="3758601"/>
            <a:ext cx="3070535" cy="1315651"/>
          </a:xfrm>
          <a:prstGeom prst="rect">
            <a:avLst/>
          </a:prstGeom>
          <a:gradFill>
            <a:gsLst>
              <a:gs pos="0">
                <a:schemeClr val="bg1">
                  <a:lumMod val="0"/>
                  <a:lumOff val="100000"/>
                </a:schemeClr>
              </a:gs>
              <a:gs pos="68000">
                <a:schemeClr val="bg1">
                  <a:alpha val="80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1270000" dir="5400000" sx="96000" sy="96000" algn="ctr" rotWithShape="0">
              <a:srgbClr val="F2E9E3"/>
            </a:outerShdw>
            <a:softEdge rad="660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5785"/>
            <a:r>
              <a:rPr lang="es-AR" sz="3600" b="1" dirty="0">
                <a:solidFill>
                  <a:srgbClr val="212121"/>
                </a:solidFill>
                <a:latin typeface="BentonSansBBVA Book" panose="00000000000000020000" pitchFamily="50" charset="0"/>
              </a:rPr>
              <a:t>Hugo Mederos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901E49-D345-9AAF-37D3-E94BE720A852}"/>
              </a:ext>
            </a:extLst>
          </p:cNvPr>
          <p:cNvSpPr/>
          <p:nvPr/>
        </p:nvSpPr>
        <p:spPr>
          <a:xfrm>
            <a:off x="1661365" y="5531230"/>
            <a:ext cx="2149781" cy="190866"/>
          </a:xfrm>
          <a:prstGeom prst="rect">
            <a:avLst/>
          </a:prstGeom>
          <a:noFill/>
          <a:effectLst>
            <a:reflection stA="58000" endPos="65000" dist="50800" dir="5400000" sy="-100000" algn="bl" rotWithShape="0"/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5785"/>
            <a:r>
              <a:rPr lang="es-AR" sz="759" dirty="0">
                <a:solidFill>
                  <a:prstClr val="black"/>
                </a:solidFill>
                <a:latin typeface="Aptos" panose="02110004020202020204"/>
              </a:rPr>
              <a:t>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A6F74A-E9E1-9521-4C55-C8C2DC12D5E9}"/>
              </a:ext>
            </a:extLst>
          </p:cNvPr>
          <p:cNvSpPr/>
          <p:nvPr/>
        </p:nvSpPr>
        <p:spPr>
          <a:xfrm>
            <a:off x="1200987" y="5482641"/>
            <a:ext cx="3070535" cy="696433"/>
          </a:xfrm>
          <a:prstGeom prst="rect">
            <a:avLst/>
          </a:prstGeom>
          <a:gradFill>
            <a:gsLst>
              <a:gs pos="0">
                <a:schemeClr val="bg1">
                  <a:lumMod val="0"/>
                  <a:lumOff val="100000"/>
                  <a:alpha val="0"/>
                </a:schemeClr>
              </a:gs>
              <a:gs pos="68000">
                <a:schemeClr val="bg1">
                  <a:alpha val="80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1270000" dir="5400000" sx="96000" sy="96000" algn="ctr" rotWithShape="0">
              <a:srgbClr val="F2E9E3"/>
            </a:outerShdw>
            <a:softEdge rad="660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5785"/>
            <a:r>
              <a:rPr lang="es-AR" sz="2400" b="1" spc="127" dirty="0">
                <a:solidFill>
                  <a:srgbClr val="212121"/>
                </a:solidFill>
                <a:latin typeface="BentonSansBBVA Book" panose="00000000000000020000" pitchFamily="50" charset="0"/>
              </a:rPr>
              <a:t>COACHING ONTOLOGICO INDIVIDUAL</a:t>
            </a:r>
          </a:p>
        </p:txBody>
      </p:sp>
    </p:spTree>
    <p:extLst>
      <p:ext uri="{BB962C8B-B14F-4D97-AF65-F5344CB8AC3E}">
        <p14:creationId xmlns:p14="http://schemas.microsoft.com/office/powerpoint/2010/main" val="4164263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Presentación en pantalla (16:9)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BentonSansBBVA Book</vt:lpstr>
      <vt:lpstr>Tema de Office</vt:lpstr>
      <vt:lpstr>1_Tema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Mederos</dc:creator>
  <cp:lastModifiedBy>Hugo Mederos</cp:lastModifiedBy>
  <cp:revision>2</cp:revision>
  <dcterms:created xsi:type="dcterms:W3CDTF">2026-03-18T00:55:26Z</dcterms:created>
  <dcterms:modified xsi:type="dcterms:W3CDTF">2026-03-18T01:03:33Z</dcterms:modified>
</cp:coreProperties>
</file>